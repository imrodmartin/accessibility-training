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50B4F"/>
                </a:solidFill>
              </a:rPr>
              <a:t>Mill Street water main replacement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Council briefing</a:t>
            </a:r>
          </a:p>
          <a:p>
            <a:r>
              <a:t>Department of Public Works</a:t>
            </a:r>
          </a:p>
          <a:p>
            <a:r>
              <a:t>March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50B4F"/>
                </a:solidFill>
              </a:rPr>
              <a:t>Why the project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main under Mill Street dates to 1954.</a:t>
            </a:r>
          </a:p>
          <a:p>
            <a:r>
              <a:rPr sz="2000"/>
              <a:t>Three breaks since 2023, two of them in winter.</a:t>
            </a:r>
          </a:p>
          <a:p>
            <a:r>
              <a:rPr sz="2000"/>
              <a:t>Repair cost has passed 40 percent of replacement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50B4F"/>
                </a:solidFill>
              </a:rP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Roughly 1,800 feet, Water Street to Rail Avenue.</a:t>
            </a:r>
          </a:p>
          <a:p>
            <a:r>
              <a:rPr sz="2000"/>
              <a:t>New 12-inch ductile iron main and 41 service connections.</a:t>
            </a:r>
          </a:p>
          <a:p>
            <a:r>
              <a:rPr sz="2000"/>
              <a:t>Full-depth pavement restoration curb to curb.</a:t>
            </a:r>
          </a:p>
        </p:txBody>
      </p:sp>
      <p:pic>
        <p:nvPicPr>
          <p:cNvPr id="4" name="Picture 3" descr="Seal of the City of Riverton, incorporated 1887, Office of the City Clerk." title="City of Riverton s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50B4F"/>
                </a:solidFill>
              </a:rPr>
              <a:t>Schedule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Construction runs April 6 to May 15.</a:t>
            </a:r>
          </a:p>
          <a:p>
            <a:r>
              <a:rPr sz="2000"/>
              <a:t>One lane, alternating, 7:00 a.m. to 5:00 p.m. weekdays.</a:t>
            </a:r>
          </a:p>
          <a:p>
            <a:r>
              <a:rPr sz="2000"/>
              <a:t>Service interruptions up to six hours, 48 hours notice.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50B4F"/>
                </a:solidFill>
              </a:rPr>
              <a:t>What we need from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Approve the construction contract at $1.84 million.</a:t>
            </a:r>
          </a:p>
          <a:p>
            <a:r>
              <a:rPr sz="2000"/>
              <a:t>Authorize the detour on Water Street through May 15.</a:t>
            </a:r>
          </a:p>
          <a:p>
            <a:r>
              <a:rPr sz="2000"/>
              <a:t>Questions to Public Works at (555) 555-0142.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 Street water main replacement, Council briefing</dc:title>
  <dc:subject/>
  <dc:creator>City of Riverton, Department of Public Works</dc:creator>
  <cp:keywords/>
  <dc:description>Five slides. Every slide uses the title placeholder; content sits in placeholders, not floating text boxes.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