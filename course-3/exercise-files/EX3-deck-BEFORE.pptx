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Council briefing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Department of Public Works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March 20,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50B4F"/>
                </a:solidFill>
                <a:latin typeface="Calibri"/>
              </a:rPr>
              <a:t>Mill Street water main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743200" cy="91440"/>
          </a:xfrm>
          <a:prstGeom prst="rect">
            <a:avLst/>
          </a:prstGeom>
          <a:solidFill>
            <a:srgbClr val="FF85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The main under Mill Street dates to 1954.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Three breaks since 2023, two of them in winter.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Repair cost has passed 40 percent of replacement cost.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50B4F"/>
                </a:solidFill>
                <a:latin typeface="Calibri"/>
              </a:rPr>
              <a:t>Why the project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743200" cy="91440"/>
          </a:xfrm>
          <a:prstGeom prst="rect">
            <a:avLst/>
          </a:prstGeom>
          <a:solidFill>
            <a:srgbClr val="FF85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Roughly 1,800 feet, Water Street to Rail Avenue.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New 12-inch ductile iron main and 41 service connections.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Full-depth pavement restoration curb to curb.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50B4F"/>
                </a:solidFill>
                <a:latin typeface="Calibri"/>
              </a:rPr>
              <a:t>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743200" cy="91440"/>
          </a:xfrm>
          <a:prstGeom prst="rect">
            <a:avLst/>
          </a:prstGeom>
          <a:solidFill>
            <a:srgbClr val="FF85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Construction runs April 6 to May 15.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One lane, alternating, 7:00 a.m. to 5:00 p.m. weekdays.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Service interruptions up to six hours, 48 hours notice.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50B4F"/>
                </a:solidFill>
                <a:latin typeface="Calibri"/>
              </a:rPr>
              <a:t>Schedule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743200" cy="91440"/>
          </a:xfrm>
          <a:prstGeom prst="rect">
            <a:avLst/>
          </a:prstGeom>
          <a:solidFill>
            <a:srgbClr val="FF85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Approve the construction contract at $1.84 million.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Authorize the detour on Water Street through May 15.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- Questions to Public Works at (555) 555-0142.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50B4F"/>
                </a:solidFill>
                <a:latin typeface="Calibri"/>
              </a:rPr>
              <a:t>What we need from Council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743200" cy="91440"/>
          </a:xfrm>
          <a:prstGeom prst="rect">
            <a:avLst/>
          </a:prstGeom>
          <a:solidFill>
            <a:srgbClr val="FF85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jgreene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